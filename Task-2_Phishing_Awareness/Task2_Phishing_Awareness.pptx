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173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300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&amp; PREVENTION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031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cybercriminals trick you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to stay safe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Jayvik Labs — Cyber Security Internship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3749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Phishing?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0515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"Phishing is a cyber attack where criminals pretend to be a trusted person or company to TRICK you into giving your password, bank details, or personal information."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94560"/>
            <a:ext cx="278892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1945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REAL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emails, websites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messages that look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like the real thing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219456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194560"/>
            <a:ext cx="278892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1945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creates FEAR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78892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urgent messages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"your account will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closed in 24 hours!"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219456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194560"/>
            <a:ext cx="2788920" cy="5029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1945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STEALS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78892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is to get your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credit card,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bank details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 Phishing Attack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749808" cy="74980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1828800"/>
            <a:ext cx="16916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8745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sets 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2514600"/>
            <a:ext cx="1600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fake website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looks REAL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01952" y="1335024"/>
            <a:ext cx="109728" cy="0"/>
          </a:xfrm>
          <a:prstGeom prst="line">
            <a:avLst/>
          </a:prstGeom>
          <a:noFill/>
          <a:ln w="12700">
            <a:solidFill>
              <a:srgbClr val="A8B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960120"/>
            <a:ext cx="749808" cy="749808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6012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965960" y="1828800"/>
            <a:ext cx="16916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8745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fake email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514600"/>
            <a:ext cx="1600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looks like 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bank/Google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85032" y="1335024"/>
            <a:ext cx="109728" cy="0"/>
          </a:xfrm>
          <a:prstGeom prst="line">
            <a:avLst/>
          </a:prstGeom>
          <a:noFill/>
          <a:ln w="12700">
            <a:solidFill>
              <a:srgbClr val="A8B4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960120"/>
            <a:ext cx="749808" cy="749808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96012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49040" y="1828800"/>
            <a:ext cx="16916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8745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receive 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2514600"/>
            <a:ext cx="1600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"URGENT: Account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suspended! Click now"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68112" y="1335024"/>
            <a:ext cx="109728" cy="0"/>
          </a:xfrm>
          <a:prstGeom prst="line">
            <a:avLst/>
          </a:prstGeom>
          <a:noFill/>
          <a:ln w="12700">
            <a:solidFill>
              <a:srgbClr val="A8B4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960120"/>
            <a:ext cx="749808" cy="7498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96012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532120" y="1828800"/>
            <a:ext cx="16916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8745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click the link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2514600"/>
            <a:ext cx="1600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fake login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— looks real!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51192" y="1335024"/>
            <a:ext cx="109728" cy="0"/>
          </a:xfrm>
          <a:prstGeom prst="line">
            <a:avLst/>
          </a:prstGeom>
          <a:noFill/>
          <a:ln w="12700">
            <a:solidFill>
              <a:srgbClr val="A8B4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960120"/>
            <a:ext cx="749808" cy="74980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96012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315200" y="1828800"/>
            <a:ext cx="16916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18745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type details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60920" y="2514600"/>
            <a:ext cx="1600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password/card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on fake page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Attacker gets your password, empties your bank account, or sells your data!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 of Phishing Attacks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245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182880" cy="1170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033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Phishing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371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fake emails sent to thousands of people pretending to be banks, Google, Amazon etc.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960120"/>
            <a:ext cx="42245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960120"/>
            <a:ext cx="182880" cy="1170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946904" y="1033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46904" y="1371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 on ONE specific person. Uses your name and personal details to trick you.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2331720"/>
            <a:ext cx="42245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331720"/>
            <a:ext cx="182880" cy="1170432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404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Vishing (Voice)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2743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phone calls — "This is your bank, your account is hacked, give us your OTP now!"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90872" y="2331720"/>
            <a:ext cx="42245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90872" y="2331720"/>
            <a:ext cx="182880" cy="117043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9" name="Text 17"/>
          <p:cNvSpPr/>
          <p:nvPr/>
        </p:nvSpPr>
        <p:spPr>
          <a:xfrm>
            <a:off x="4946904" y="2404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Smishing (SMS)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46904" y="2743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text messages — "Your parcel is stuck, click this link to reschedule delivery."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8600" y="3703320"/>
            <a:ext cx="42245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703320"/>
            <a:ext cx="182880" cy="117043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7764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" y="4114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targeting big executives (CEOs, CFOs). High-value targets for more money.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90872" y="3703320"/>
            <a:ext cx="42245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0872" y="3703320"/>
            <a:ext cx="182880" cy="1170432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27" name="Text 25"/>
          <p:cNvSpPr/>
          <p:nvPr/>
        </p:nvSpPr>
        <p:spPr>
          <a:xfrm>
            <a:off x="4946904" y="37764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Phishing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46904" y="4114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 real email you already received and resends it with a malicious link inside.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World Case Study #1 — Twitter Hack 2020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3840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A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CALLED Twitter employees on the phone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Pretended to be IT helpdesk staff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Tricked employees into giving login credentials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celebrity accounts hacked (Elon Musk, Obama, Bill Gates)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fake Bitcoin giveaway from those accounts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$118,000 stolen from 400 victims in a few hours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206240" cy="1828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stock fell 4%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$118,000 stolen in hours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trust severely damaged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to new security policies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2926080"/>
            <a:ext cx="4206240" cy="1874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Learned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can be phishing too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(called "Vishing")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WHO is calling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sharing any info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IT team asks for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password over the phone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World Case Study #2 — Colonial Pipeline 2021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594360" cy="5943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25780" y="1691640"/>
            <a:ext cx="0" cy="256032"/>
          </a:xfrm>
          <a:prstGeom prst="line">
            <a:avLst/>
          </a:prstGeom>
          <a:noFill/>
          <a:ln w="127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033272"/>
            <a:ext cx="7909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0789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07899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sent a phishing email to a company employee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1965960"/>
            <a:ext cx="594360" cy="59436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25780" y="2560320"/>
            <a:ext cx="0" cy="256032"/>
          </a:xfrm>
          <a:prstGeom prst="line">
            <a:avLst/>
          </a:prstGeom>
          <a:noFill/>
          <a:ln w="12700">
            <a:solidFill>
              <a:srgbClr val="FF70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901952"/>
            <a:ext cx="7909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194767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194767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clicked the link and entered their login credentials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594360" cy="59436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25780" y="3429000"/>
            <a:ext cx="0" cy="256032"/>
          </a:xfrm>
          <a:prstGeom prst="line">
            <a:avLst/>
          </a:prstGeom>
          <a:noFill/>
          <a:ln w="12700">
            <a:solidFill>
              <a:srgbClr val="FFD6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2770632"/>
            <a:ext cx="7909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28163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281635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used stolen password to access the company systems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3703320"/>
            <a:ext cx="594360" cy="5943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703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05840" y="3639312"/>
            <a:ext cx="7909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36850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368503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ransomware — locked ALL company computers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8600" y="4572000"/>
            <a:ext cx="8686800" cy="43891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57200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Fuel shortage across 45% of USA East Coast. Ransom paid: $4.4 million (75 Bitcoin)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Identify a Phishing Email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572000" cy="3931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4572000" cy="38404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INBOX — Fake Email Example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0000"/>
                </a:solidFill>
              </a:rPr>
              <a:t>From: security@hdfcbank-verify.net  ← FAKE DOMAIN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To: you@gmail.com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Subject: URGENT: Account Suspended!  ← PANIC WORDS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42976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86000"/>
            <a:ext cx="4343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has been LOCKED due to suspicious activity. You must verify in 24 HOURS or lose access permanently.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[Verify Now — Click Here]  ← FAKE LINK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urgent. Do not ignore.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38404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C0000"/>
                </a:solidFill>
              </a:rPr>
              <a:t>"Generic greeting, not your name — RED FLAG!"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9601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Flags to Look For: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74920" y="1581912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5087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Fake/wrong domain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18288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after @ in email address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74920" y="2176272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1031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&amp; threats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2423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now or lose access"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74920" y="2770632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26974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greeting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30175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not your name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74920" y="3364992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32918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link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36118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— URL looks wrong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74920" y="3959352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38862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for password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4206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banks NEVER ask this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74920" y="4553712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44805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Spelling mistakes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48006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 in the email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PREVENT Phishing Attacks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8163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60120"/>
            <a:ext cx="2816352" cy="1097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1143000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Before You Click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169164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links in unexpected emails. Open website directly in browser.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45536" y="960120"/>
            <a:ext cx="28163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45536" y="960120"/>
            <a:ext cx="2816352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143000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URL / Domain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55264" y="169164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carefully at website address — one wrong letter = fake site!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960120"/>
            <a:ext cx="28163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9904" y="960120"/>
            <a:ext cx="2816352" cy="10972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1143000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2-Factor Auth (2FA)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9632" y="169164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password stolen, attacker cannot log in without your phone OTP.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01168" y="2953512"/>
            <a:ext cx="28163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2953512"/>
            <a:ext cx="2816352" cy="109728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" y="31363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Password / OTP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896" y="3685032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bank, Google, or ANY company will NEVER ask for this over phone or email.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45536" y="2953512"/>
            <a:ext cx="28163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45536" y="2953512"/>
            <a:ext cx="2816352" cy="10972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3" name="Text 21"/>
          <p:cNvSpPr/>
          <p:nvPr/>
        </p:nvSpPr>
        <p:spPr>
          <a:xfrm>
            <a:off x="3255264" y="31363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Anti-virus Software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55264" y="3685032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antivirus detects and blocks phishing websites automatically.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89904" y="2953512"/>
            <a:ext cx="28163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9904" y="2953512"/>
            <a:ext cx="2816352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6199632" y="31363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Software Updated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9632" y="3685032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browsers and apps have security holes attackers exploit.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97280" y="1005840"/>
            <a:ext cx="45720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188720"/>
            <a:ext cx="292608" cy="29260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1704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= tricking you to give sensitive info by pretending to be someone trusted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1764792"/>
            <a:ext cx="292608" cy="29260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74650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include: Email, Spear, Vishing, Smishing, Whaling, Clone phishing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340864"/>
            <a:ext cx="292608" cy="29260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32257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attacks: Twitter 2020 ($118K stolen), Colonial Pipeline 2021 ($4.4M ransom)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2916936"/>
            <a:ext cx="292608" cy="29260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8986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email sender domain — one wrong letter = fake!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3493008"/>
            <a:ext cx="292608" cy="29260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347472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2FA — it protects you even if password is stolen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2062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Sangmesh Patil| Jayvik Labs Cyber Security Internship | Task 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858</Words>
  <Application>Microsoft Office PowerPoint</Application>
  <PresentationFormat>On-screen Show (16:9)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&amp; Prevention</dc:title>
  <dc:subject>PptxGenJS Presentation</dc:subject>
  <dc:creator>Cyber Security Intern</dc:creator>
  <cp:lastModifiedBy>sangmesh patil</cp:lastModifiedBy>
  <cp:revision>2</cp:revision>
  <dcterms:created xsi:type="dcterms:W3CDTF">2026-04-10T21:19:32Z</dcterms:created>
  <dcterms:modified xsi:type="dcterms:W3CDTF">2026-04-11T14:16:22Z</dcterms:modified>
</cp:coreProperties>
</file>