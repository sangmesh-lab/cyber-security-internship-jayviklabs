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168" y="4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208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B980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457200"/>
            <a:ext cx="3657600" cy="36576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91440"/>
            <a:ext cx="2377440" cy="2377440"/>
          </a:xfrm>
          <a:prstGeom prst="ellipse">
            <a:avLst/>
          </a:prstGeom>
          <a:solidFill>
            <a:srgbClr val="1F4068"/>
          </a:solidFill>
          <a:ln w="12700">
            <a:solidFill>
              <a:srgbClr val="1F40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75220" y="914400"/>
            <a:ext cx="594360" cy="594360"/>
          </a:xfrm>
          <a:prstGeom prst="ellipse">
            <a:avLst/>
          </a:prstGeom>
          <a:solidFill>
            <a:srgbClr val="1EB980"/>
          </a:solidFill>
          <a:ln w="12700">
            <a:solidFill>
              <a:srgbClr val="1EB9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57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EB9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PASSWORD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AUTHENTICATION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320040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6596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passwords, smart managers,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multi-factor authentication explained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6118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Jayvik Labs — Cyber Security Internship | Task 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Weak vs Strong Passwords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160520" cy="388620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475488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1440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Passwords (DO NOT USE)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703320" cy="384048"/>
          </a:xfrm>
          <a:prstGeom prst="rect">
            <a:avLst/>
          </a:prstGeom>
          <a:solidFill>
            <a:srgbClr val="FFE0E0"/>
          </a:solidFill>
          <a:ln w="12700">
            <a:solidFill>
              <a:srgbClr val="FFA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0876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password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3703320" cy="384048"/>
          </a:xfrm>
          <a:prstGeom prst="rect">
            <a:avLst/>
          </a:prstGeom>
          <a:solidFill>
            <a:srgbClr val="FFE0E0"/>
          </a:solidFill>
          <a:ln w="12700">
            <a:solidFill>
              <a:srgbClr val="FFAA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123456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703320" cy="384048"/>
          </a:xfrm>
          <a:prstGeom prst="rect">
            <a:avLst/>
          </a:prstGeom>
          <a:solidFill>
            <a:srgbClr val="FFE0E0"/>
          </a:solidFill>
          <a:ln w="12700">
            <a:solidFill>
              <a:srgbClr val="FFAA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1460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qwerty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703320" cy="384048"/>
          </a:xfrm>
          <a:prstGeom prst="rect">
            <a:avLst/>
          </a:prstGeom>
          <a:solidFill>
            <a:srgbClr val="FFE0E0"/>
          </a:solidFill>
          <a:ln w="12700">
            <a:solidFill>
              <a:srgbClr val="FFA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1752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yourname123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3703320" cy="384048"/>
          </a:xfrm>
          <a:prstGeom prst="rect">
            <a:avLst/>
          </a:prstGeom>
          <a:solidFill>
            <a:srgbClr val="FFE0E0"/>
          </a:solidFill>
          <a:ln w="12700">
            <a:solidFill>
              <a:srgbClr val="FFAA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2044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iloveyou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3703320" cy="384048"/>
          </a:xfrm>
          <a:prstGeom prst="rect">
            <a:avLst/>
          </a:prstGeom>
          <a:solidFill>
            <a:srgbClr val="FFE0E0"/>
          </a:solidFill>
          <a:ln w="12700">
            <a:solidFill>
              <a:srgbClr val="FFAA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02336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admin@123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" y="457200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53935"/>
                </a:solidFill>
              </a:rPr>
              <a:t>These passwords take less than 1 SECOND to crack!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914400"/>
            <a:ext cx="4160520" cy="3886200"/>
          </a:xfrm>
          <a:prstGeom prst="rect">
            <a:avLst/>
          </a:prstGeom>
          <a:solidFill>
            <a:srgbClr val="F0FFF4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914400"/>
            <a:ext cx="4160520" cy="47548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91440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Passwords (USE THESE)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1508760"/>
            <a:ext cx="379476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153619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Tr0ub4dor&amp;3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0" y="185623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4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letters, numbers, symbols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37760" y="2286000"/>
            <a:ext cx="379476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31343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J@yvik$ecure#99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0" y="263347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4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something memorable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37760" y="3063240"/>
            <a:ext cx="379476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09067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C0ffee!Mug$Rain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29200" y="341071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4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Passphrase style — easy to recall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37760" y="3840480"/>
            <a:ext cx="379476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386791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Pur3!Sky@Dawn42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29200" y="418795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4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12 characters long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B98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Rules for a Strong Password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206240" cy="1170432"/>
          </a:xfrm>
          <a:prstGeom prst="rect">
            <a:avLst/>
          </a:prstGeom>
          <a:solidFill>
            <a:srgbClr val="1B2A4A"/>
          </a:solidFill>
          <a:ln w="12700">
            <a:solidFill>
              <a:srgbClr val="1EB9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" y="1216152"/>
            <a:ext cx="658368" cy="658368"/>
          </a:xfrm>
          <a:prstGeom prst="ellipse">
            <a:avLst/>
          </a:prstGeom>
          <a:solidFill>
            <a:srgbClr val="1EB980"/>
          </a:solidFill>
          <a:ln w="12700">
            <a:solidFill>
              <a:srgbClr val="1EB9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21615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12+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24712" y="10698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B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12 characters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24712" y="144475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= stronger. Each extra character multiplies how hard it is to crack.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206240" cy="1170432"/>
          </a:xfrm>
          <a:prstGeom prst="rect">
            <a:avLst/>
          </a:prstGeom>
          <a:solidFill>
            <a:srgbClr val="1B2A4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8888" y="1216152"/>
            <a:ext cx="658368" cy="65836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21615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05272" y="10698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 UPPERCASE + lowercase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05272" y="144475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"Password" instead of "password" makes it 26x harder.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28600" y="2286000"/>
            <a:ext cx="4206240" cy="1170432"/>
          </a:xfrm>
          <a:prstGeom prst="rect">
            <a:avLst/>
          </a:prstGeom>
          <a:solidFill>
            <a:srgbClr val="1B2A4A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2542032"/>
            <a:ext cx="658368" cy="658368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25420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0-9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4712" y="239572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Numbers (0-9)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24712" y="277063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add more combinations. Place them in the middle, not at the end.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2286000"/>
            <a:ext cx="4206240" cy="1170432"/>
          </a:xfrm>
          <a:prstGeom prst="rect">
            <a:avLst/>
          </a:prstGeom>
          <a:solidFill>
            <a:srgbClr val="1B2A4A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18888" y="2542032"/>
            <a:ext cx="658368" cy="658368"/>
          </a:xfrm>
          <a:prstGeom prst="ellipse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25420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!@#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05272" y="239572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Special Characters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05272" y="277063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! @ # $ % &amp; * in the middle. Increases combinations by 32x.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28600" y="3611880"/>
            <a:ext cx="4206240" cy="1170432"/>
          </a:xfrm>
          <a:prstGeom prst="rect">
            <a:avLst/>
          </a:prstGeom>
          <a:solidFill>
            <a:srgbClr val="1B2A4A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" y="3867912"/>
            <a:ext cx="658368" cy="65836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" y="38679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24712" y="372160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Personal Info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24712" y="409651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your name, birthday, phone number or pet names.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09160" y="3611880"/>
            <a:ext cx="4206240" cy="1170432"/>
          </a:xfrm>
          <a:prstGeom prst="rect">
            <a:avLst/>
          </a:prstGeom>
          <a:solidFill>
            <a:srgbClr val="1B2A4A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18888" y="3867912"/>
            <a:ext cx="658368" cy="658368"/>
          </a:xfrm>
          <a:prstGeom prst="ellipse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38679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1:1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05272" y="372160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B4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for Each Site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05272" y="409651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password for everything = one breach = everything hacked.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Password Managers — Your Digital Safe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86868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Password Manager is like a SAFE that stores ALL your passwords. You only remember ONE master password — it remembers the rest!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783080"/>
            <a:ext cx="86868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783080"/>
            <a:ext cx="1737360" cy="932688"/>
          </a:xfrm>
          <a:prstGeom prst="rect">
            <a:avLst/>
          </a:prstGeom>
          <a:solidFill>
            <a:srgbClr val="175DDC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17830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Bitwarden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2377440"/>
            <a:ext cx="1554480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3774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Open Source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03120" y="1874520"/>
            <a:ext cx="6675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beginners. Free plan works great. Works on all devices. Most recommended for students.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2834640"/>
            <a:ext cx="86868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834640"/>
            <a:ext cx="1737360" cy="932688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28346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1Password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3429000"/>
            <a:ext cx="1554480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34290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— Best UI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03120" y="2926080"/>
            <a:ext cx="6675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easy to use, beautiful design. Paid plan ($3/month). Best for professionals and families.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8600" y="3886200"/>
            <a:ext cx="86868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3886200"/>
            <a:ext cx="1737360" cy="932688"/>
          </a:xfrm>
          <a:prstGeom prst="rect">
            <a:avLst/>
          </a:prstGeom>
          <a:solidFill>
            <a:srgbClr val="00BF6F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" y="38862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Dashlane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0040" y="4480560"/>
            <a:ext cx="1554480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44805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Free Plan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103120" y="3977640"/>
            <a:ext cx="6675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free plan with password health checker. Alerts you when passwords are stolen in breaches.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Multi-Factor Authentication (MFA) — Your Second Lock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8686800" cy="594360"/>
          </a:xfrm>
          <a:prstGeom prst="rect">
            <a:avLst/>
          </a:prstGeom>
          <a:solidFill>
            <a:srgbClr val="4A0072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1440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= using TWO OR MORE ways to prove it's really you. Even if hacker gets your password, they still cannot log in without the second factor!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28600" y="1719072"/>
            <a:ext cx="8686800" cy="93268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1719072"/>
            <a:ext cx="137160" cy="932688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" y="1901952"/>
            <a:ext cx="566928" cy="566928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9019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70432" y="179222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you KNOW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215798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Password or PIN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63440" y="181051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memorised.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alone is NOT enough — passwords can be stolen.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1901952"/>
            <a:ext cx="0" cy="566928"/>
          </a:xfrm>
          <a:prstGeom prst="line">
            <a:avLst/>
          </a:prstGeom>
          <a:noFill/>
          <a:ln w="12700">
            <a:solidFill>
              <a:srgbClr val="4455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770632"/>
            <a:ext cx="8686800" cy="93268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Shape 13"/>
          <p:cNvSpPr/>
          <p:nvPr/>
        </p:nvSpPr>
        <p:spPr>
          <a:xfrm>
            <a:off x="228600" y="2770632"/>
            <a:ext cx="137160" cy="93268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" y="2953512"/>
            <a:ext cx="566928" cy="56692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9535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70432" y="284378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you HAVE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70432" y="320954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Phone OTP / Hardware key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663440" y="286207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code sent to your phone, or a physical USB key (YubiKey).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80560" y="2953512"/>
            <a:ext cx="0" cy="566928"/>
          </a:xfrm>
          <a:prstGeom prst="line">
            <a:avLst/>
          </a:prstGeom>
          <a:noFill/>
          <a:ln w="12700">
            <a:solidFill>
              <a:srgbClr val="4455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3822192"/>
            <a:ext cx="8686800" cy="93268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Shape 21"/>
          <p:cNvSpPr/>
          <p:nvPr/>
        </p:nvSpPr>
        <p:spPr>
          <a:xfrm>
            <a:off x="228600" y="3822192"/>
            <a:ext cx="137160" cy="932688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" y="4005072"/>
            <a:ext cx="566928" cy="566928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40050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70432" y="389534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you ARE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70432" y="42611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Fingerprint / Face ID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663440" y="391363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biometric data. Used in phones and high-security systems.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480560" y="4005072"/>
            <a:ext cx="0" cy="566928"/>
          </a:xfrm>
          <a:prstGeom prst="line">
            <a:avLst/>
          </a:prstGeom>
          <a:noFill/>
          <a:ln w="12700">
            <a:solidFill>
              <a:srgbClr val="445566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Password Security Checklist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8686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475488" cy="438912"/>
          </a:xfrm>
          <a:prstGeom prst="rect">
            <a:avLst/>
          </a:prstGeom>
          <a:solidFill>
            <a:srgbClr val="1EB98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960120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960120"/>
            <a:ext cx="7973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my passwords are at least 12 characters long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481328"/>
            <a:ext cx="8686800" cy="438912"/>
          </a:xfrm>
          <a:prstGeom prst="rect">
            <a:avLst/>
          </a:prstGeom>
          <a:solidFill>
            <a:srgbClr val="F0FAF4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481328"/>
            <a:ext cx="475488" cy="438912"/>
          </a:xfrm>
          <a:prstGeom prst="rect">
            <a:avLst/>
          </a:prstGeom>
          <a:solidFill>
            <a:srgbClr val="1EB980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148132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4672" y="1481328"/>
            <a:ext cx="7973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 a different password for every account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2002536"/>
            <a:ext cx="8686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002536"/>
            <a:ext cx="475488" cy="438912"/>
          </a:xfrm>
          <a:prstGeom prst="rect">
            <a:avLst/>
          </a:prstGeom>
          <a:solidFill>
            <a:srgbClr val="1EB980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2002536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4672" y="2002536"/>
            <a:ext cx="7973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 a Password Manager (Bitwarden / 1Password / Dashlane)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" y="2523744"/>
            <a:ext cx="8686800" cy="438912"/>
          </a:xfrm>
          <a:prstGeom prst="rect">
            <a:avLst/>
          </a:prstGeom>
          <a:solidFill>
            <a:srgbClr val="F0FAF4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523744"/>
            <a:ext cx="475488" cy="438912"/>
          </a:xfrm>
          <a:prstGeom prst="rect">
            <a:avLst/>
          </a:prstGeom>
          <a:solidFill>
            <a:srgbClr val="1EB980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" y="2523744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4672" y="2523744"/>
            <a:ext cx="7973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enabled 2FA / MFA on email, banking, and social media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8600" y="3044952"/>
            <a:ext cx="8686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3044952"/>
            <a:ext cx="475488" cy="438912"/>
          </a:xfrm>
          <a:prstGeom prst="rect">
            <a:avLst/>
          </a:prstGeom>
          <a:solidFill>
            <a:srgbClr val="1EB980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" y="3044952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4672" y="3044952"/>
            <a:ext cx="7973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never share my password or OTP with anyone — even "bank staff"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28600" y="3566160"/>
            <a:ext cx="8686800" cy="438912"/>
          </a:xfrm>
          <a:prstGeom prst="rect">
            <a:avLst/>
          </a:prstGeom>
          <a:solidFill>
            <a:srgbClr val="F0FAF4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3566160"/>
            <a:ext cx="475488" cy="438912"/>
          </a:xfrm>
          <a:prstGeom prst="rect">
            <a:avLst/>
          </a:prstGeom>
          <a:solidFill>
            <a:srgbClr val="1EB980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" y="3566160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04672" y="3566160"/>
            <a:ext cx="7973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check my email on haveibeenpwned.com to see if it was leaked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28600" y="4087368"/>
            <a:ext cx="8686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4087368"/>
            <a:ext cx="475488" cy="438912"/>
          </a:xfrm>
          <a:prstGeom prst="rect">
            <a:avLst/>
          </a:prstGeom>
          <a:solidFill>
            <a:srgbClr val="1EB980"/>
          </a:solidFill>
          <a:ln/>
        </p:spPr>
      </p:sp>
      <p:sp>
        <p:nvSpPr>
          <p:cNvPr id="31" name="Text 29"/>
          <p:cNvSpPr/>
          <p:nvPr/>
        </p:nvSpPr>
        <p:spPr>
          <a:xfrm>
            <a:off x="228600" y="408736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04672" y="4087368"/>
            <a:ext cx="7973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avoid using personal info (name, birthday) in passwords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28600" y="4608576"/>
            <a:ext cx="8686800" cy="438912"/>
          </a:xfrm>
          <a:prstGeom prst="rect">
            <a:avLst/>
          </a:prstGeom>
          <a:solidFill>
            <a:srgbClr val="F0FAF4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" y="4608576"/>
            <a:ext cx="475488" cy="438912"/>
          </a:xfrm>
          <a:prstGeom prst="rect">
            <a:avLst/>
          </a:prstGeom>
          <a:solidFill>
            <a:srgbClr val="1EB980"/>
          </a:solidFill>
          <a:ln/>
        </p:spPr>
      </p:sp>
      <p:sp>
        <p:nvSpPr>
          <p:cNvPr id="35" name="Text 33"/>
          <p:cNvSpPr/>
          <p:nvPr/>
        </p:nvSpPr>
        <p:spPr>
          <a:xfrm>
            <a:off x="228600" y="4608576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04672" y="4608576"/>
            <a:ext cx="7973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update passwords for important accounts every 6 months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-731520"/>
            <a:ext cx="4114800" cy="41148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1EB98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97280" y="960120"/>
            <a:ext cx="4572000" cy="0"/>
          </a:xfrm>
          <a:prstGeom prst="line">
            <a:avLst/>
          </a:prstGeom>
          <a:noFill/>
          <a:ln w="12700">
            <a:solidFill>
              <a:srgbClr val="1EB9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143000"/>
            <a:ext cx="292608" cy="292608"/>
          </a:xfrm>
          <a:prstGeom prst="ellipse">
            <a:avLst/>
          </a:prstGeom>
          <a:solidFill>
            <a:srgbClr val="1EB980"/>
          </a:solidFill>
          <a:ln w="12700">
            <a:solidFill>
              <a:srgbClr val="1EB9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124712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passwords like "password123" are cracked in under 1 second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1719072"/>
            <a:ext cx="292608" cy="292608"/>
          </a:xfrm>
          <a:prstGeom prst="ellipse">
            <a:avLst/>
          </a:prstGeom>
          <a:solidFill>
            <a:srgbClr val="1EB980"/>
          </a:solidFill>
          <a:ln w="12700">
            <a:solidFill>
              <a:srgbClr val="1EB9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700784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password = 12+ chars, uppercase, lowercase, numbers &amp; symbols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2295144"/>
            <a:ext cx="292608" cy="292608"/>
          </a:xfrm>
          <a:prstGeom prst="ellipse">
            <a:avLst/>
          </a:prstGeom>
          <a:solidFill>
            <a:srgbClr val="1EB980"/>
          </a:solidFill>
          <a:ln w="12700">
            <a:solidFill>
              <a:srgbClr val="1EB9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2276856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Password Manager — you only need to remember ONE master password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2871216"/>
            <a:ext cx="292608" cy="292608"/>
          </a:xfrm>
          <a:prstGeom prst="ellipse">
            <a:avLst/>
          </a:prstGeom>
          <a:solidFill>
            <a:srgbClr val="1EB980"/>
          </a:solidFill>
          <a:ln w="12700">
            <a:solidFill>
              <a:srgbClr val="1EB9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08760" y="285292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MFA/2FA on all important accounts — it is the single best protection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447288"/>
            <a:ext cx="292608" cy="292608"/>
          </a:xfrm>
          <a:prstGeom prst="ellipse">
            <a:avLst/>
          </a:prstGeom>
          <a:solidFill>
            <a:srgbClr val="1EB980"/>
          </a:solidFill>
          <a:ln w="12700">
            <a:solidFill>
              <a:srgbClr val="1EB9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3429000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passwords or OTPs with anyone — not even "bank helpdesk"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42062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Sangmesh Patil| Jayvik Labs Cyber Security Internship | Task 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635</Words>
  <Application>Microsoft Office PowerPoint</Application>
  <PresentationFormat>On-screen Show (16:9)</PresentationFormat>
  <Paragraphs>99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Password Security &amp; Authentication</dc:title>
  <dc:subject>PptxGenJS Presentation</dc:subject>
  <dc:creator>PptxGenJS</dc:creator>
  <cp:lastModifiedBy>sangmesh patil</cp:lastModifiedBy>
  <cp:revision>2</cp:revision>
  <dcterms:created xsi:type="dcterms:W3CDTF">2026-04-10T21:20:49Z</dcterms:created>
  <dcterms:modified xsi:type="dcterms:W3CDTF">2026-04-11T14:32:13Z</dcterms:modified>
</cp:coreProperties>
</file>