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mesh patil" userId="f9e4928f670a9ad3" providerId="LiveId" clId="{3367D580-838E-441E-9085-B04F81B57877}"/>
    <pc:docChg chg="modSld">
      <pc:chgData name="sangmesh patil" userId="f9e4928f670a9ad3" providerId="LiveId" clId="{3367D580-838E-441E-9085-B04F81B57877}" dt="2026-04-11T15:45:26.007" v="14" actId="1076"/>
      <pc:docMkLst>
        <pc:docMk/>
      </pc:docMkLst>
      <pc:sldChg chg="modSp mod">
        <pc:chgData name="sangmesh patil" userId="f9e4928f670a9ad3" providerId="LiveId" clId="{3367D580-838E-441E-9085-B04F81B57877}" dt="2026-04-11T15:44:32.040" v="5" actId="14100"/>
        <pc:sldMkLst>
          <pc:docMk/>
          <pc:sldMk cId="0" sldId="257"/>
        </pc:sldMkLst>
        <pc:spChg chg="mod">
          <ac:chgData name="sangmesh patil" userId="f9e4928f670a9ad3" providerId="LiveId" clId="{3367D580-838E-441E-9085-B04F81B57877}" dt="2026-04-11T15:44:21.897" v="3" actId="14100"/>
          <ac:spMkLst>
            <pc:docMk/>
            <pc:sldMk cId="0" sldId="257"/>
            <ac:spMk id="34" creationId="{00000000-0000-0000-0000-000000000000}"/>
          </ac:spMkLst>
        </pc:spChg>
        <pc:spChg chg="mod">
          <ac:chgData name="sangmesh patil" userId="f9e4928f670a9ad3" providerId="LiveId" clId="{3367D580-838E-441E-9085-B04F81B57877}" dt="2026-04-11T15:44:32.040" v="5" actId="14100"/>
          <ac:spMkLst>
            <pc:docMk/>
            <pc:sldMk cId="0" sldId="257"/>
            <ac:spMk id="35" creationId="{00000000-0000-0000-0000-000000000000}"/>
          </ac:spMkLst>
        </pc:spChg>
      </pc:sldChg>
      <pc:sldChg chg="modSp mod">
        <pc:chgData name="sangmesh patil" userId="f9e4928f670a9ad3" providerId="LiveId" clId="{3367D580-838E-441E-9085-B04F81B57877}" dt="2026-04-11T15:44:55.563" v="9" actId="14100"/>
        <pc:sldMkLst>
          <pc:docMk/>
          <pc:sldMk cId="0" sldId="258"/>
        </pc:sldMkLst>
        <pc:spChg chg="mod">
          <ac:chgData name="sangmesh patil" userId="f9e4928f670a9ad3" providerId="LiveId" clId="{3367D580-838E-441E-9085-B04F81B57877}" dt="2026-04-11T15:44:50.150" v="8" actId="1076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sangmesh patil" userId="f9e4928f670a9ad3" providerId="LiveId" clId="{3367D580-838E-441E-9085-B04F81B57877}" dt="2026-04-11T15:44:55.563" v="9" actId="14100"/>
          <ac:spMkLst>
            <pc:docMk/>
            <pc:sldMk cId="0" sldId="258"/>
            <ac:spMk id="108" creationId="{00000000-0000-0000-0000-000000000000}"/>
          </ac:spMkLst>
        </pc:spChg>
      </pc:sldChg>
      <pc:sldChg chg="modSp mod">
        <pc:chgData name="sangmesh patil" userId="f9e4928f670a9ad3" providerId="LiveId" clId="{3367D580-838E-441E-9085-B04F81B57877}" dt="2026-04-11T15:45:26.007" v="14" actId="1076"/>
        <pc:sldMkLst>
          <pc:docMk/>
          <pc:sldMk cId="0" sldId="259"/>
        </pc:sldMkLst>
        <pc:spChg chg="mod">
          <ac:chgData name="sangmesh patil" userId="f9e4928f670a9ad3" providerId="LiveId" clId="{3367D580-838E-441E-9085-B04F81B57877}" dt="2026-04-11T15:45:07.359" v="1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ngmesh patil" userId="f9e4928f670a9ad3" providerId="LiveId" clId="{3367D580-838E-441E-9085-B04F81B57877}" dt="2026-04-11T15:45:26.007" v="14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ngmesh patil" userId="f9e4928f670a9ad3" providerId="LiveId" clId="{3367D580-838E-441E-9085-B04F81B57877}" dt="2026-04-11T15:45:16.198" v="12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ngmesh patil" userId="f9e4928f670a9ad3" providerId="LiveId" clId="{3367D580-838E-441E-9085-B04F81B57877}" dt="2026-04-11T15:45:21.757" v="13" actId="1076"/>
          <ac:spMkLst>
            <pc:docMk/>
            <pc:sldMk cId="0" sldId="259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3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212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365760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932688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9640" y="1499616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9640" y="2066544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3212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2633472"/>
            <a:ext cx="54864" cy="54864"/>
          </a:xfrm>
          <a:prstGeom prst="ellipse">
            <a:avLst/>
          </a:prstGeom>
          <a:solidFill>
            <a:srgbClr val="8899BB">
              <a:alpha val="40000"/>
            </a:srgbClr>
          </a:solidFill>
          <a:ln w="12700">
            <a:solidFill>
              <a:srgbClr val="8899BB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57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 SECURITY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365760" y="1234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CAREER OVERVIEW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365760" y="1828800"/>
            <a:ext cx="3657600" cy="0"/>
          </a:xfrm>
          <a:prstGeom prst="line">
            <a:avLst/>
          </a:prstGeom>
          <a:noFill/>
          <a:ln w="12700">
            <a:solidFill>
              <a:srgbClr val="00C85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1965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by professionals, career paths,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certifications, and ethics in cyber security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Jayvik Labs — Cyber Security Internship | Task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#1: Nmap — Network Scanner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5669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= "Network Mapper" — It scans a network and tells you which computers are connected, which ports are open, and what services are running. Used by every security professional.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5029200" cy="32461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1600200"/>
            <a:ext cx="5029200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17190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71907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7190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nmap -sV 192.168.1.1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24323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Nmap 7.94 ...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2779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scan report for 192.168.1.1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   STATE  SERVICE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22/tcp   open   ssh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822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80/tcp   open   http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169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443/tcp  open   https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517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3306/tcp open   mysql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0" y="1691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Nmap does: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214884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10312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all devices on a network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0" y="262432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2578608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open ports (entry points)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0" y="3099816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3054096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which services are running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0" y="3575304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3529584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operating systems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0" y="4050792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4005072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penetration testing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0" y="452628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4480560"/>
            <a:ext cx="3136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find security holes BEFORE hackers do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0" y="4864608"/>
            <a:ext cx="338328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0408" y="4727448"/>
            <a:ext cx="3127309" cy="504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nmap.org | Free &amp; Open Source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#2: Wireshark — Packet Analyser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56692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captures and shows ALL data packets travelling on a network in real time. Think of it as a microscope for your internet traffic.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530352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00200"/>
            <a:ext cx="5303520" cy="34747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002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Live Packet Capture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1148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9339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993392"/>
            <a:ext cx="54864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933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34440" y="1993392"/>
            <a:ext cx="100584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40280" y="1993392"/>
            <a:ext cx="100584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9933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993392"/>
            <a:ext cx="73152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9933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77640" y="1993392"/>
            <a:ext cx="1188720" cy="292608"/>
          </a:xfrm>
          <a:prstGeom prst="rect">
            <a:avLst/>
          </a:prstGeom>
          <a:solidFill>
            <a:srgbClr val="DDEE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99339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411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286000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" y="2286000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228600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234440" y="228600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228600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40280" y="2286000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228600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8.8.8.8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2286000"/>
            <a:ext cx="731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286000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77640" y="2286000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5072" y="2286000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query A google.com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615184"/>
            <a:ext cx="41148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2615184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5800" y="2615184"/>
            <a:ext cx="5486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2615184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234440" y="2615184"/>
            <a:ext cx="10058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61872" y="261518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8.8.8.8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40280" y="2615184"/>
            <a:ext cx="10058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67712" y="261518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46120" y="2615184"/>
            <a:ext cx="73152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2615184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77640" y="2615184"/>
            <a:ext cx="118872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5072" y="2615184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query response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2944368"/>
            <a:ext cx="411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2944368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5800" y="2944368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2944368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234440" y="2944368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61872" y="2944368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40280" y="2944368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67712" y="2944368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216.58.196.46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46120" y="2944368"/>
            <a:ext cx="731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73552" y="2944368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977640" y="2944368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05072" y="294436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Seq=0 Win=65535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74320" y="3273552"/>
            <a:ext cx="41148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" y="3273552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5800" y="3273552"/>
            <a:ext cx="5486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3273552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0.0065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234440" y="3273552"/>
            <a:ext cx="10058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61872" y="327355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216.58.196.46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240280" y="3273552"/>
            <a:ext cx="100584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67712" y="327355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46120" y="3273552"/>
            <a:ext cx="73152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73552" y="3273552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977640" y="3273552"/>
            <a:ext cx="118872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05072" y="3273552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 ACK Seq=0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3602736"/>
            <a:ext cx="411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1752" y="3602736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85800" y="3602736"/>
            <a:ext cx="5486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3602736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0.0088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234440" y="3602736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61872" y="360273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240280" y="3602736"/>
            <a:ext cx="1005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267712" y="3602736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216.58.196.46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246120" y="3602736"/>
            <a:ext cx="7315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73552" y="3602736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977640" y="3602736"/>
            <a:ext cx="1188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05072" y="3602736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Data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74320" y="3931920"/>
            <a:ext cx="41148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1752" y="3931920"/>
            <a:ext cx="356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85800" y="3931920"/>
            <a:ext cx="54864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3232" y="3931920"/>
            <a:ext cx="493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0.0120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234440" y="3931920"/>
            <a:ext cx="100584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261872" y="39319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192.168.1.5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240280" y="3931920"/>
            <a:ext cx="100584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67712" y="39319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10.0.0.1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246120" y="3931920"/>
            <a:ext cx="73152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73552" y="3931920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977640" y="3931920"/>
            <a:ext cx="1188720" cy="310896"/>
          </a:xfrm>
          <a:prstGeom prst="rect">
            <a:avLst/>
          </a:prstGeom>
          <a:solidFill>
            <a:srgbClr val="FFE8E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05072" y="3931920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/login.php HTTP/1.1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27432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 highlighted: Unencrypted HTTP login — security risk!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7607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Wireshark does: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760720" y="214884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035040" y="210312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all network traffic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5760720" y="2624328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035040" y="257860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packets in detail</a:t>
            </a:r>
            <a:endParaRPr lang="en-US" sz="1250" dirty="0"/>
          </a:p>
        </p:txBody>
      </p:sp>
      <p:sp>
        <p:nvSpPr>
          <p:cNvPr id="99" name="Shape 97"/>
          <p:cNvSpPr/>
          <p:nvPr/>
        </p:nvSpPr>
        <p:spPr>
          <a:xfrm>
            <a:off x="5760720" y="3099816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35040" y="305409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activity</a:t>
            </a:r>
            <a:endParaRPr lang="en-US" sz="1250" dirty="0"/>
          </a:p>
        </p:txBody>
      </p:sp>
      <p:sp>
        <p:nvSpPr>
          <p:cNvPr id="101" name="Shape 99"/>
          <p:cNvSpPr/>
          <p:nvPr/>
        </p:nvSpPr>
        <p:spPr>
          <a:xfrm>
            <a:off x="5760720" y="3575304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35040" y="352958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plaintext passwords on HTTP</a:t>
            </a:r>
            <a:endParaRPr lang="en-US" sz="1250" dirty="0"/>
          </a:p>
        </p:txBody>
      </p:sp>
      <p:sp>
        <p:nvSpPr>
          <p:cNvPr id="103" name="Shape 101"/>
          <p:cNvSpPr/>
          <p:nvPr/>
        </p:nvSpPr>
        <p:spPr>
          <a:xfrm>
            <a:off x="5760720" y="4050792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35040" y="400507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network problems</a:t>
            </a:r>
            <a:endParaRPr lang="en-US" sz="1250" dirty="0"/>
          </a:p>
        </p:txBody>
      </p:sp>
      <p:sp>
        <p:nvSpPr>
          <p:cNvPr id="105" name="Shape 103"/>
          <p:cNvSpPr/>
          <p:nvPr/>
        </p:nvSpPr>
        <p:spPr>
          <a:xfrm>
            <a:off x="5760720" y="4526280"/>
            <a:ext cx="201168" cy="2011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35040" y="448056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security audits &amp; CTFs</a:t>
            </a:r>
            <a:endParaRPr lang="en-US" sz="1250" dirty="0"/>
          </a:p>
        </p:txBody>
      </p:sp>
      <p:sp>
        <p:nvSpPr>
          <p:cNvPr id="107" name="Shape 105"/>
          <p:cNvSpPr/>
          <p:nvPr/>
        </p:nvSpPr>
        <p:spPr>
          <a:xfrm>
            <a:off x="5760720" y="4809744"/>
            <a:ext cx="3200400" cy="292608"/>
          </a:xfrm>
          <a:prstGeom prst="rect">
            <a:avLst/>
          </a:prstGeom>
          <a:solidFill>
            <a:srgbClr val="0D2A4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760720" y="46634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wireshark.org | Free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#3 &amp; #4: Antivirus &amp; Firewalls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964692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14400"/>
            <a:ext cx="4206240" cy="50292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Antivirus Software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scans your computer for viruses, malware, ransomware, trojans and other harmful programs.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907792"/>
            <a:ext cx="182880" cy="1828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62072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files for known virus signatures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3328416"/>
            <a:ext cx="182880" cy="1828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82696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suspicious behaviour in real-time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749040"/>
            <a:ext cx="182880" cy="1828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03320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Quarantines or deletes threats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4169664"/>
            <a:ext cx="182880" cy="18288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123944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 to detect new viruses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46268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6D00"/>
                </a:solidFill>
              </a:rPr>
              <a:t>Popular: Windows Defender, Kaspersky, Norton, Bitdefender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964692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E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934974"/>
            <a:ext cx="420624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914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Firewall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28032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28032" y="18288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is a security barrier between your computer / network and the internet. It decides which traffic is allowed in and which is blocked.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28032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907792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862072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all incoming &amp; outgoing traffic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328416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282696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suspicious IP addresses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46320" y="3749040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03320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unauthorised connections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46320" y="4169664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4123944"/>
            <a:ext cx="3639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hardware or software based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46268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565C0"/>
                </a:solidFill>
              </a:rPr>
              <a:t>Types: Windows Firewall, pfSense, Cisco ASA, Palo Alto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A00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 Security Career Paths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137160" cy="1170432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033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Analyst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069848"/>
            <a:ext cx="1417320" cy="256032"/>
          </a:xfrm>
          <a:prstGeom prst="rect">
            <a:avLst/>
          </a:prstGeom>
          <a:solidFill>
            <a:srgbClr val="00C853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069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Level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417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₹4–8 LPA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16733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security alerts 24/7. First responder to cyber incidents.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137160" cy="1170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0332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1069848"/>
            <a:ext cx="1417320" cy="256032"/>
          </a:xfrm>
          <a:prstGeom prst="rect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069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Level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65192" y="1417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₹8–18 LPA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5192" y="16733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hack companies to find weaknesses before real hackers do.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3317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331720"/>
            <a:ext cx="137160" cy="117043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" y="2404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80360" y="2441448"/>
            <a:ext cx="1417320" cy="256032"/>
          </a:xfrm>
          <a:prstGeom prst="rect">
            <a:avLst/>
          </a:prstGeom>
          <a:solidFill>
            <a:srgbClr val="FFD600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4414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Level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2788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₹6–14 LPA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" y="30449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cyber crimes. Recovers evidence from devices.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331720"/>
            <a:ext cx="137160" cy="117043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2404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Engineer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0920" y="2441448"/>
            <a:ext cx="1417320" cy="256032"/>
          </a:xfrm>
          <a:prstGeom prst="rect">
            <a:avLst/>
          </a:prstGeom>
          <a:solidFill>
            <a:srgbClr val="FF6D00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4414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Level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65192" y="2788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₹15–30 LPA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65192" y="30449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maintains security systems for organisations.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8600" y="37033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703320"/>
            <a:ext cx="137160" cy="1170432"/>
          </a:xfrm>
          <a:prstGeom prst="rect">
            <a:avLst/>
          </a:prstGeom>
          <a:solidFill>
            <a:srgbClr val="AA00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" y="3776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80360" y="3813048"/>
            <a:ext cx="1417320" cy="256032"/>
          </a:xfrm>
          <a:prstGeom prst="rect">
            <a:avLst/>
          </a:prstGeom>
          <a:solidFill>
            <a:srgbClr val="AA00FF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880360" y="38130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₹40–80 LPA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4632" y="44165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Security Officer — heads all security for a company.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9160" y="3703320"/>
            <a:ext cx="420624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703320"/>
            <a:ext cx="137160" cy="1170432"/>
          </a:xfrm>
          <a:prstGeom prst="rect">
            <a:avLst/>
          </a:prstGeom>
          <a:solidFill>
            <a:srgbClr val="F06292"/>
          </a:solidFill>
          <a:ln/>
        </p:spPr>
      </p:sp>
      <p:sp>
        <p:nvSpPr>
          <p:cNvPr id="41" name="Text 39"/>
          <p:cNvSpPr/>
          <p:nvPr/>
        </p:nvSpPr>
        <p:spPr>
          <a:xfrm>
            <a:off x="4965192" y="37764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6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Bounty Hunter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60920" y="3813048"/>
            <a:ext cx="1417320" cy="256032"/>
          </a:xfrm>
          <a:prstGeom prst="rect">
            <a:avLst/>
          </a:prstGeom>
          <a:solidFill>
            <a:srgbClr val="F06292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38130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65192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Variable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65192" y="4416552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bugs in websites/apps and earn rewards. Work from anywhere.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Certifications &amp; Ethics in Cyber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Certifications to Aim For: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822960" cy="7772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4173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CompTIA Security+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first certification. Covers fundamentals.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31720"/>
            <a:ext cx="822960" cy="77724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2331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Ethical Hacker by EC-Council.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246120"/>
            <a:ext cx="822960" cy="77724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246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32918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657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Security — hands-on hacking exam.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28600" y="4160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60520"/>
            <a:ext cx="822960" cy="777240"/>
          </a:xfrm>
          <a:prstGeom prst="rect">
            <a:avLst/>
          </a:prstGeom>
          <a:solidFill>
            <a:srgbClr val="AA00FF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41605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42062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5720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respected global security certification.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9326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in Cyber Security: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get written permission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scan or test systems you do not own or have no permission to test.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23317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Disclosure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4632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a bug, report it to the company — do NOT exploit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32461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user privacy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46320" y="3657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access, share, or misuse personal data you find during security work.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4160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206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boundary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46320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without permission is illegal under IT Act. Even "just testing."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E5FF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Learning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329184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2412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Key Learnings from This Internship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" y="1572768"/>
            <a:ext cx="237744" cy="23774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that cyber security is not just about technical tools — it is about understanding how humans think and can be tricked (social engineering).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2194560"/>
            <a:ext cx="237744" cy="23774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57984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and Wireshark showed me how attackers see a network — which helped me understand why network security is so important.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2816352"/>
            <a:ext cx="237744" cy="23774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79776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ethical hacking and illegal hacking is simply: WRITTEN PERMISSION. This changed how I think about security testing.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3438144"/>
            <a:ext cx="237744" cy="237744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01568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now understand why MFA and strong passwords are the single most impactful things anyone can do to protect their accounts.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315968"/>
            <a:ext cx="86868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Sangmesh Patil |  Jayvik Labs Cyber Security Internship  |  Task 5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819</Words>
  <Application>Microsoft Office PowerPoint</Application>
  <PresentationFormat>On-screen Show (16:9)</PresentationFormat>
  <Paragraphs>159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Tools &amp; Career Overview</dc:title>
  <dc:subject>PptxGenJS Presentation</dc:subject>
  <dc:creator>PptxGenJS</dc:creator>
  <cp:lastModifiedBy>sangmesh patil</cp:lastModifiedBy>
  <cp:revision>2</cp:revision>
  <dcterms:created xsi:type="dcterms:W3CDTF">2026-04-10T21:22:31Z</dcterms:created>
  <dcterms:modified xsi:type="dcterms:W3CDTF">2026-04-11T15:45:30Z</dcterms:modified>
</cp:coreProperties>
</file>